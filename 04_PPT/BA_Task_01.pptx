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7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3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kshitha Ym" userId="8a33e3f5df2eb079" providerId="LiveId" clId="{12AE29D2-E4AF-4783-98B1-87435B7948A0}"/>
    <pc:docChg chg="modSld">
      <pc:chgData name="Deekshitha Ym" userId="8a33e3f5df2eb079" providerId="LiveId" clId="{12AE29D2-E4AF-4783-98B1-87435B7948A0}" dt="2025-05-03T18:58:32.407" v="0" actId="20577"/>
      <pc:docMkLst>
        <pc:docMk/>
      </pc:docMkLst>
      <pc:sldChg chg="modSp mod">
        <pc:chgData name="Deekshitha Ym" userId="8a33e3f5df2eb079" providerId="LiveId" clId="{12AE29D2-E4AF-4783-98B1-87435B7948A0}" dt="2025-05-03T18:58:32.407" v="0" actId="20577"/>
        <pc:sldMkLst>
          <pc:docMk/>
          <pc:sldMk cId="0" sldId="260"/>
        </pc:sldMkLst>
        <pc:spChg chg="mod">
          <ac:chgData name="Deekshitha Ym" userId="8a33e3f5df2eb079" providerId="LiveId" clId="{12AE29D2-E4AF-4783-98B1-87435B7948A0}" dt="2025-05-03T18:58:32.407" v="0" actId="20577"/>
          <ac:spMkLst>
            <pc:docMk/>
            <pc:sldMk cId="0" sldId="260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2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61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39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31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1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08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2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9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2059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13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6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93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34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3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5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>
            <a:noAutofit/>
          </a:bodyPr>
          <a:lstStyle/>
          <a:p>
            <a:r>
              <a:rPr dirty="0">
                <a:latin typeface="Arial Black" panose="020B0A04020102020204" pitchFamily="34" charset="0"/>
              </a:rPr>
              <a:t>Customer Sentiment Analysis: British Airways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3000" dirty="0"/>
              <a:t>Data Collection, Cleaning, and Insights</a:t>
            </a:r>
          </a:p>
          <a:p>
            <a:r>
              <a:rPr dirty="0"/>
              <a:t>Presented by</a:t>
            </a:r>
            <a:r>
              <a:rPr lang="en-IN" dirty="0"/>
              <a:t> </a:t>
            </a:r>
            <a:r>
              <a:rPr lang="en-IN" dirty="0" err="1"/>
              <a:t>Deekshithaa</a:t>
            </a:r>
            <a:r>
              <a:rPr lang="en-IN" dirty="0"/>
              <a:t> Y M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44F025-95E2-B653-C58D-BE27A594B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295" y="2311665"/>
            <a:ext cx="2010056" cy="2057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latin typeface="Aptos Narrow" panose="020B0004020202020204" pitchFamily="34" charset="0"/>
              </a:rPr>
              <a:t>Understand customer sentiment using online reviews.</a:t>
            </a:r>
          </a:p>
          <a:p>
            <a:pPr marL="0" indent="0">
              <a:buNone/>
            </a:pPr>
            <a:r>
              <a:rPr dirty="0">
                <a:latin typeface="Aptos Narrow" panose="020B0004020202020204" pitchFamily="34" charset="0"/>
              </a:rPr>
              <a:t>• Use Python to scrape, clean, analyze, and visualize.</a:t>
            </a:r>
          </a:p>
          <a:p>
            <a:pPr marL="0" indent="0">
              <a:buNone/>
            </a:pPr>
            <a:r>
              <a:rPr dirty="0">
                <a:latin typeface="Aptos Narrow" panose="020B0004020202020204" pitchFamily="34" charset="0"/>
              </a:rPr>
              <a:t>• Help British Airways identify strengths &amp; pain points.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6577C-D14C-4D6A-0778-0CC0153DF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39" y="3618271"/>
            <a:ext cx="5117146" cy="28021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Where Did </a:t>
            </a:r>
            <a:r>
              <a:rPr lang="en-IN" dirty="0">
                <a:latin typeface="Arial Black" panose="020B0A04020102020204" pitchFamily="34" charset="0"/>
              </a:rPr>
              <a:t>I</a:t>
            </a:r>
            <a:r>
              <a:rPr dirty="0">
                <a:latin typeface="Arial Black" panose="020B0A04020102020204" pitchFamily="34" charset="0"/>
              </a:rPr>
              <a:t> Get the Data?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0BC4E-5018-9407-BED0-8B3DCDAC5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2265352" y="2054942"/>
            <a:ext cx="2874596" cy="17168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942415" y="2054942"/>
            <a:ext cx="3197532" cy="4434348"/>
          </a:xfrm>
        </p:spPr>
        <p:txBody>
          <a:bodyPr/>
          <a:lstStyle/>
          <a:p>
            <a:r>
              <a:rPr dirty="0">
                <a:latin typeface="Aptos Narrow" panose="020B0004020202020204" pitchFamily="34" charset="0"/>
              </a:rPr>
              <a:t>Website</a:t>
            </a:r>
            <a:r>
              <a:rPr lang="en-IN" dirty="0">
                <a:latin typeface="Aptos Narrow" panose="020B0004020202020204" pitchFamily="34" charset="0"/>
              </a:rPr>
              <a:t> Name: Skytrax</a:t>
            </a:r>
          </a:p>
          <a:p>
            <a:r>
              <a:rPr lang="en-IN" dirty="0">
                <a:latin typeface="Aptos Narrow" panose="020B0004020202020204" pitchFamily="34" charset="0"/>
              </a:rPr>
              <a:t>URL: https://www.airlinequality.com/airline-reviews/british-airways/</a:t>
            </a:r>
            <a:endParaRPr dirty="0">
              <a:latin typeface="Aptos Narrow" panose="020B0004020202020204" pitchFamily="34" charset="0"/>
            </a:endParaRPr>
          </a:p>
          <a:p>
            <a:r>
              <a:rPr dirty="0">
                <a:latin typeface="Aptos Narrow" panose="020B0004020202020204" pitchFamily="34" charset="0"/>
              </a:rPr>
              <a:t>Web scraping used with requests and </a:t>
            </a:r>
            <a:r>
              <a:rPr dirty="0" err="1">
                <a:latin typeface="Aptos Narrow" panose="020B0004020202020204" pitchFamily="34" charset="0"/>
              </a:rPr>
              <a:t>BeautifulSoup</a:t>
            </a:r>
            <a:endParaRPr dirty="0">
              <a:latin typeface="Aptos Narrow" panose="020B0004020202020204" pitchFamily="34" charset="0"/>
            </a:endParaRPr>
          </a:p>
          <a:p>
            <a:r>
              <a:rPr dirty="0">
                <a:latin typeface="Aptos Narrow" panose="020B0004020202020204" pitchFamily="34" charset="0"/>
              </a:rPr>
              <a:t>Extracted review text, rating, and review date</a:t>
            </a:r>
            <a:r>
              <a:rPr lang="en-IN" dirty="0">
                <a:latin typeface="Aptos Narrow" panose="020B0004020202020204" pitchFamily="34" charset="0"/>
              </a:rPr>
              <a:t>s</a:t>
            </a:r>
            <a:endParaRPr dirty="0">
              <a:latin typeface="Aptos Narrow" panose="020B00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69FB1-1213-8EFC-43EF-8D7605CA6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583C60D-9A7B-23D5-1657-77889D9EB3F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334000" y="2054942"/>
            <a:ext cx="3436374" cy="3755923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How </a:t>
            </a:r>
            <a:r>
              <a:rPr lang="en-IN" dirty="0">
                <a:latin typeface="Arial Black" panose="020B0A04020102020204" pitchFamily="34" charset="0"/>
              </a:rPr>
              <a:t>I</a:t>
            </a:r>
            <a:r>
              <a:rPr dirty="0">
                <a:latin typeface="Arial Black" panose="020B0A04020102020204" pitchFamily="34" charset="0"/>
              </a:rPr>
              <a:t> Prepared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sz="2000" dirty="0">
                <a:latin typeface="Aptos Narrow" panose="020B0004020202020204" pitchFamily="34" charset="0"/>
              </a:rPr>
              <a:t>Removed empty rows, duplicates, non-English text</a:t>
            </a:r>
          </a:p>
          <a:p>
            <a:r>
              <a:rPr sz="2000" dirty="0">
                <a:latin typeface="Aptos Narrow" panose="020B0004020202020204" pitchFamily="34" charset="0"/>
              </a:rPr>
              <a:t>Converted dates to datetime format</a:t>
            </a:r>
          </a:p>
          <a:p>
            <a:r>
              <a:rPr sz="2000" dirty="0">
                <a:latin typeface="Aptos Narrow" panose="020B0004020202020204" pitchFamily="34" charset="0"/>
              </a:rPr>
              <a:t>Cleaned text (lowercased, removed </a:t>
            </a:r>
            <a:r>
              <a:rPr sz="2000" dirty="0" err="1">
                <a:latin typeface="Aptos Narrow" panose="020B0004020202020204" pitchFamily="34" charset="0"/>
              </a:rPr>
              <a:t>stopwords</a:t>
            </a:r>
            <a:r>
              <a:rPr sz="2000" dirty="0">
                <a:latin typeface="Aptos Narrow" panose="020B0004020202020204" pitchFamily="34" charset="0"/>
              </a:rPr>
              <a:t> &amp; punctuation</a:t>
            </a:r>
            <a:r>
              <a:rPr dirty="0"/>
              <a:t>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58B378-C83D-347F-10D4-4BCE865B24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60259" y="2136706"/>
            <a:ext cx="3451122" cy="341852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How </a:t>
            </a:r>
            <a:r>
              <a:rPr lang="en-IN">
                <a:latin typeface="Arial Black" panose="020B0A04020102020204" pitchFamily="34" charset="0"/>
              </a:rPr>
              <a:t>I</a:t>
            </a:r>
            <a:r>
              <a:rPr>
                <a:latin typeface="Arial Black" panose="020B0A04020102020204" pitchFamily="34" charset="0"/>
              </a:rPr>
              <a:t> </a:t>
            </a:r>
            <a:r>
              <a:rPr dirty="0">
                <a:latin typeface="Arial Black" panose="020B0A04020102020204" pitchFamily="34" charset="0"/>
              </a:rPr>
              <a:t>Measured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910" y="2133600"/>
            <a:ext cx="6184490" cy="3777622"/>
          </a:xfrm>
        </p:spPr>
        <p:txBody>
          <a:bodyPr>
            <a:normAutofit/>
          </a:bodyPr>
          <a:lstStyle/>
          <a:p>
            <a:r>
              <a:rPr sz="2000" dirty="0">
                <a:latin typeface="Aptos Narrow" panose="020B0004020202020204" pitchFamily="34" charset="0"/>
              </a:rPr>
              <a:t>Used </a:t>
            </a:r>
            <a:r>
              <a:rPr sz="2000" dirty="0" err="1">
                <a:latin typeface="Aptos Narrow" panose="020B0004020202020204" pitchFamily="34" charset="0"/>
              </a:rPr>
              <a:t>TextBlob</a:t>
            </a:r>
            <a:r>
              <a:rPr sz="2000" dirty="0">
                <a:latin typeface="Aptos Narrow" panose="020B0004020202020204" pitchFamily="34" charset="0"/>
              </a:rPr>
              <a:t> to classify sentiment</a:t>
            </a:r>
          </a:p>
          <a:p>
            <a:r>
              <a:rPr sz="2000" dirty="0">
                <a:latin typeface="Aptos Narrow" panose="020B0004020202020204" pitchFamily="34" charset="0"/>
              </a:rPr>
              <a:t>Categories: Positive, Negative, Neutral</a:t>
            </a:r>
          </a:p>
          <a:p>
            <a:r>
              <a:rPr sz="2000" dirty="0">
                <a:latin typeface="Aptos Narrow" panose="020B0004020202020204" pitchFamily="34" charset="0"/>
              </a:rPr>
              <a:t> Based on polarity score of each review</a:t>
            </a:r>
            <a:endParaRPr lang="en-IN" sz="2000" dirty="0">
              <a:latin typeface="Aptos Narrow" panose="020B0004020202020204" pitchFamily="34" charset="0"/>
            </a:endParaRPr>
          </a:p>
          <a:p>
            <a:r>
              <a:rPr lang="en-US" sz="2000" dirty="0">
                <a:latin typeface="Aptos Narrow" panose="020B0004020202020204" pitchFamily="34" charset="0"/>
              </a:rPr>
              <a:t>Green bar = Happy reviews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Red bar = Angry reviews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Gray bar = Meh reviews</a:t>
            </a:r>
            <a:endParaRPr sz="2000" dirty="0">
              <a:latin typeface="Aptos Narrow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038EFE-D6B3-B659-49A1-009F8FDEB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0" y="147179"/>
            <a:ext cx="8097380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7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What Customers Feel Overall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ptos Narrow" panose="020B0004020202020204" pitchFamily="34" charset="0"/>
              </a:rPr>
              <a:t>Bar chart: Positive vs Negative vs Neutral</a:t>
            </a:r>
            <a:r>
              <a:rPr lang="en-IN" dirty="0">
                <a:latin typeface="Aptos Narrow" panose="020B0004020202020204" pitchFamily="34" charset="0"/>
              </a:rPr>
              <a:t> as shown previously</a:t>
            </a:r>
            <a:endParaRPr dirty="0">
              <a:latin typeface="Aptos Narrow" panose="020B0004020202020204" pitchFamily="34" charset="0"/>
            </a:endParaRPr>
          </a:p>
          <a:p>
            <a:r>
              <a:rPr dirty="0">
                <a:latin typeface="Aptos Narrow" panose="020B0004020202020204" pitchFamily="34" charset="0"/>
              </a:rPr>
              <a:t>Majority of reviews are </a:t>
            </a:r>
            <a:r>
              <a:rPr lang="en-IN" dirty="0">
                <a:latin typeface="Aptos Narrow" panose="020B0004020202020204" pitchFamily="34" charset="0"/>
              </a:rPr>
              <a:t>positive</a:t>
            </a:r>
            <a:endParaRPr dirty="0">
              <a:latin typeface="Aptos Narrow" panose="020B0004020202020204" pitchFamily="34" charset="0"/>
            </a:endParaRPr>
          </a:p>
          <a:p>
            <a:r>
              <a:rPr dirty="0">
                <a:latin typeface="Aptos Narrow" panose="020B0004020202020204" pitchFamily="34" charset="0"/>
              </a:rPr>
              <a:t>Key Insight: British Airways has </a:t>
            </a:r>
            <a:r>
              <a:rPr lang="en-IN" dirty="0">
                <a:latin typeface="Aptos Narrow" panose="020B0004020202020204" pitchFamily="34" charset="0"/>
              </a:rPr>
              <a:t>a good reputation, but some more issues to be sorted out – to make it to the goal of 100% satisfaction!</a:t>
            </a:r>
          </a:p>
          <a:p>
            <a:r>
              <a:rPr lang="en-IN" dirty="0">
                <a:latin typeface="Aptos Narrow" panose="020B0004020202020204" pitchFamily="34" charset="0"/>
              </a:rPr>
              <a:t>Current Status lies at 60% positive reviews </a:t>
            </a:r>
          </a:p>
          <a:p>
            <a:pPr marL="0" indent="0">
              <a:buNone/>
            </a:pPr>
            <a:endParaRPr lang="en-IN" dirty="0">
              <a:latin typeface="Aptos Narrow" panose="020B0004020202020204" pitchFamily="34" charset="0"/>
            </a:endParaRPr>
          </a:p>
          <a:p>
            <a:endParaRPr dirty="0">
              <a:latin typeface="Aptos Narrow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1FD191-7F1B-0519-5934-015E84F2F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19" y="4834436"/>
            <a:ext cx="6813755" cy="10767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What People Talk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>
                <a:latin typeface="Aptos Narrow" panose="020B0004020202020204" pitchFamily="34" charset="0"/>
              </a:rPr>
              <a:t>Word frequencies after cleaning</a:t>
            </a:r>
          </a:p>
          <a:p>
            <a:r>
              <a:rPr dirty="0">
                <a:latin typeface="Aptos Narrow" panose="020B0004020202020204" pitchFamily="34" charset="0"/>
              </a:rPr>
              <a:t> Top keywords: flight, </a:t>
            </a:r>
            <a:r>
              <a:rPr lang="en-IN" dirty="0" err="1">
                <a:latin typeface="Aptos Narrow" panose="020B0004020202020204" pitchFamily="34" charset="0"/>
              </a:rPr>
              <a:t>ba</a:t>
            </a:r>
            <a:r>
              <a:rPr dirty="0">
                <a:latin typeface="Aptos Narrow" panose="020B0004020202020204" pitchFamily="34" charset="0"/>
              </a:rPr>
              <a:t>, staff, </a:t>
            </a:r>
            <a:r>
              <a:rPr lang="en-IN" dirty="0">
                <a:latin typeface="Aptos Narrow" panose="020B0004020202020204" pitchFamily="34" charset="0"/>
              </a:rPr>
              <a:t>verified</a:t>
            </a:r>
            <a:endParaRPr dirty="0">
              <a:latin typeface="Aptos Narrow" panose="020B0004020202020204" pitchFamily="34" charset="0"/>
            </a:endParaRPr>
          </a:p>
          <a:p>
            <a:r>
              <a:rPr dirty="0">
                <a:latin typeface="Aptos Narrow" panose="020B0004020202020204" pitchFamily="34" charset="0"/>
              </a:rPr>
              <a:t>Shown using a word cloud </a:t>
            </a:r>
            <a:r>
              <a:rPr lang="en-IN" dirty="0">
                <a:latin typeface="Aptos Narrow" panose="020B0004020202020204" pitchFamily="34" charset="0"/>
              </a:rPr>
              <a:t>in the next slide</a:t>
            </a:r>
          </a:p>
          <a:p>
            <a:r>
              <a:rPr lang="en-IN" dirty="0">
                <a:latin typeface="Aptos Narrow" panose="020B0004020202020204" pitchFamily="34" charset="0"/>
              </a:rPr>
              <a:t>Top 10 words extracted from reviews with frequencies👇🏻👇🏻</a:t>
            </a:r>
          </a:p>
          <a:p>
            <a:pPr marL="0" indent="0">
              <a:buNone/>
            </a:pPr>
            <a:endParaRPr dirty="0">
              <a:latin typeface="Aptos Narrow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7F4BF-34C1-B63F-D741-70BEB2286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302" y="4355692"/>
            <a:ext cx="7071532" cy="4129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words">
            <a:extLst>
              <a:ext uri="{FF2B5EF4-FFF2-40B4-BE49-F238E27FC236}">
                <a16:creationId xmlns:a16="http://schemas.microsoft.com/office/drawing/2014/main" id="{AEBF4748-8CA3-E22B-6483-9E1AF4493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22" y="412955"/>
            <a:ext cx="7236543" cy="586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Examples of Each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4100290"/>
          </a:xfrm>
        </p:spPr>
        <p:txBody>
          <a:bodyPr>
            <a:normAutofit lnSpcReduction="10000"/>
          </a:bodyPr>
          <a:lstStyle/>
          <a:p>
            <a:r>
              <a:rPr dirty="0"/>
              <a:t> </a:t>
            </a:r>
            <a:r>
              <a:rPr dirty="0">
                <a:latin typeface="Aptos Narrow" panose="020B0004020202020204" pitchFamily="34" charset="0"/>
              </a:rPr>
              <a:t>Positive: “Staff were amazing and helpful.”</a:t>
            </a:r>
          </a:p>
          <a:p>
            <a:r>
              <a:rPr dirty="0">
                <a:latin typeface="Aptos Narrow" panose="020B0004020202020204" pitchFamily="34" charset="0"/>
              </a:rPr>
              <a:t>Negative: “Worst flight experience ever!”</a:t>
            </a:r>
          </a:p>
          <a:p>
            <a:r>
              <a:rPr dirty="0">
                <a:latin typeface="Aptos Narrow" panose="020B0004020202020204" pitchFamily="34" charset="0"/>
              </a:rPr>
              <a:t>Neutral: “The flight was okay, nothing special.”</a:t>
            </a:r>
            <a:endParaRPr lang="en-IN" dirty="0">
              <a:latin typeface="Aptos Narrow" panose="020B0004020202020204" pitchFamily="34" charset="0"/>
            </a:endParaRPr>
          </a:p>
          <a:p>
            <a:r>
              <a:rPr lang="en-US" dirty="0" err="1">
                <a:latin typeface="Aptos Narrow" panose="020B0004020202020204" pitchFamily="34" charset="0"/>
              </a:rPr>
              <a:t>TextBlob</a:t>
            </a:r>
            <a:r>
              <a:rPr lang="en-US" dirty="0">
                <a:latin typeface="Aptos Narrow" panose="020B0004020202020204" pitchFamily="34" charset="0"/>
              </a:rPr>
              <a:t> reads the sentence and gives a score:</a:t>
            </a:r>
          </a:p>
          <a:p>
            <a:pPr lvl="1"/>
            <a:r>
              <a:rPr lang="en-US" dirty="0">
                <a:latin typeface="Aptos Narrow" panose="020B0004020202020204" pitchFamily="34" charset="0"/>
              </a:rPr>
              <a:t>+1.0 = very happy</a:t>
            </a:r>
          </a:p>
          <a:p>
            <a:pPr lvl="1"/>
            <a:r>
              <a:rPr lang="en-US" dirty="0">
                <a:latin typeface="Aptos Narrow" panose="020B0004020202020204" pitchFamily="34" charset="0"/>
              </a:rPr>
              <a:t>0 = neutral</a:t>
            </a:r>
          </a:p>
          <a:p>
            <a:pPr lvl="1"/>
            <a:r>
              <a:rPr lang="en-US" dirty="0">
                <a:latin typeface="Aptos Narrow" panose="020B0004020202020204" pitchFamily="34" charset="0"/>
              </a:rPr>
              <a:t>-1.0 = very angry</a:t>
            </a:r>
          </a:p>
          <a:p>
            <a:r>
              <a:rPr lang="en-US" dirty="0">
                <a:latin typeface="Aptos Narrow" panose="020B0004020202020204" pitchFamily="34" charset="0"/>
              </a:rPr>
              <a:t>We check that score:</a:t>
            </a:r>
          </a:p>
          <a:p>
            <a:pPr lvl="1"/>
            <a:r>
              <a:rPr lang="en-US" dirty="0">
                <a:latin typeface="Aptos Narrow" panose="020B0004020202020204" pitchFamily="34" charset="0"/>
              </a:rPr>
              <a:t>If it’s above 0 → call it Positive</a:t>
            </a:r>
          </a:p>
          <a:p>
            <a:pPr lvl="1"/>
            <a:r>
              <a:rPr lang="en-US" dirty="0">
                <a:latin typeface="Aptos Narrow" panose="020B0004020202020204" pitchFamily="34" charset="0"/>
              </a:rPr>
              <a:t>If it’s below 0 → Negative</a:t>
            </a:r>
          </a:p>
          <a:p>
            <a:pPr lvl="1"/>
            <a:r>
              <a:rPr lang="en-US" dirty="0">
                <a:latin typeface="Aptos Narrow" panose="020B0004020202020204" pitchFamily="34" charset="0"/>
              </a:rPr>
              <a:t>If exactly 0 → Neutral</a:t>
            </a:r>
            <a:endParaRPr dirty="0">
              <a:latin typeface="Aptos Narrow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What British Airways Should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ptos Narrow" panose="020B0004020202020204" pitchFamily="34" charset="0"/>
              </a:rPr>
              <a:t>Customers love: staff, check-in</a:t>
            </a:r>
          </a:p>
          <a:p>
            <a:r>
              <a:rPr dirty="0">
                <a:latin typeface="Aptos Narrow" panose="020B0004020202020204" pitchFamily="34" charset="0"/>
              </a:rPr>
              <a:t>Complaints: delays, food, baggage</a:t>
            </a:r>
          </a:p>
          <a:p>
            <a:r>
              <a:rPr dirty="0">
                <a:latin typeface="Aptos Narrow" panose="020B0004020202020204" pitchFamily="34" charset="0"/>
              </a:rPr>
              <a:t> Suggestions:</a:t>
            </a:r>
          </a:p>
          <a:p>
            <a:pPr lvl="1"/>
            <a:r>
              <a:rPr dirty="0">
                <a:latin typeface="Aptos Narrow" panose="020B0004020202020204" pitchFamily="34" charset="0"/>
              </a:rPr>
              <a:t>  Improve punctuality</a:t>
            </a:r>
          </a:p>
          <a:p>
            <a:pPr lvl="1"/>
            <a:r>
              <a:rPr dirty="0">
                <a:latin typeface="Aptos Narrow" panose="020B0004020202020204" pitchFamily="34" charset="0"/>
              </a:rPr>
              <a:t>  Staff training</a:t>
            </a:r>
          </a:p>
          <a:p>
            <a:pPr lvl="1"/>
            <a:r>
              <a:rPr dirty="0">
                <a:latin typeface="Aptos Narrow" panose="020B0004020202020204" pitchFamily="34" charset="0"/>
              </a:rPr>
              <a:t>   Better communication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Presented by </a:t>
            </a:r>
            <a:r>
              <a:rPr lang="en-IN" dirty="0" err="1"/>
              <a:t>Deekshithaa</a:t>
            </a:r>
            <a:r>
              <a:rPr lang="en-IN" dirty="0"/>
              <a:t> Y 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34</TotalTime>
  <Words>372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 Narrow</vt:lpstr>
      <vt:lpstr>Arial</vt:lpstr>
      <vt:lpstr>Arial Black</vt:lpstr>
      <vt:lpstr>Century Gothic</vt:lpstr>
      <vt:lpstr>Wingdings 3</vt:lpstr>
      <vt:lpstr>Wisp</vt:lpstr>
      <vt:lpstr>Customer Sentiment Analysis: British Airways</vt:lpstr>
      <vt:lpstr>Objective</vt:lpstr>
      <vt:lpstr>Where Did I Get the Data?</vt:lpstr>
      <vt:lpstr>How I Prepared the Data</vt:lpstr>
      <vt:lpstr>How I Measured Sentiment</vt:lpstr>
      <vt:lpstr>PowerPoint Presentation</vt:lpstr>
      <vt:lpstr>What Customers Feel Overall</vt:lpstr>
      <vt:lpstr>What People Talk About</vt:lpstr>
      <vt:lpstr>PowerPoint Presentation</vt:lpstr>
      <vt:lpstr>Examples of Each Sentiment</vt:lpstr>
      <vt:lpstr>What British Airways Should Do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Deekshitha Ym</cp:lastModifiedBy>
  <cp:revision>2</cp:revision>
  <dcterms:created xsi:type="dcterms:W3CDTF">2013-01-27T09:14:16Z</dcterms:created>
  <dcterms:modified xsi:type="dcterms:W3CDTF">2025-05-03T18:58:41Z</dcterms:modified>
  <cp:category/>
</cp:coreProperties>
</file>