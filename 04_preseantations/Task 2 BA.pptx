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12B7-83B2-1EC4-BEB4-091515009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05AD0-8F37-5469-2C93-EB58B68AF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C5796-3DC0-27B2-D789-11171C0E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CBB31-7003-410B-ABF8-7BE1B151FAD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BE8F5-2C47-C927-F28C-C204EAEB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50F73-D43C-8EA7-EE6F-AA3EE23D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B16-6D3C-43EC-8A1E-495AECA09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21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8A27-F8D3-1345-0D03-E3A3AF812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D2358-655C-0149-5070-FD8FB049C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B1890-995D-89D3-C79B-138C8021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CBB31-7003-410B-ABF8-7BE1B151FAD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31261-359E-F6AC-2C78-EADE7ABE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70A98-80CF-C229-C5A1-1C70CD99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B16-6D3C-43EC-8A1E-495AECA09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86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59F55-2A87-A490-85ED-BA4293B0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ABBBB-C002-FE4B-C1BD-3BB61A2F4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BDFC4-1270-3ED1-3462-14244D36E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CBB31-7003-410B-ABF8-7BE1B151FAD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B4D64-EC4F-A607-AFBA-52DA69E98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C2FEA-980D-2BF5-8EA5-DEB08FE0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B16-6D3C-43EC-8A1E-495AECA09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761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630CA-4ADD-8DC2-1E14-9CD7C80D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5C77F-E784-ED13-33B8-6DE8F0348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21067-9ECD-BEF1-EDF2-F737CA830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D01F8-7CBE-F706-40DB-84C407E4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CBB31-7003-410B-ABF8-7BE1B151FAD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C99C0-AC6A-C14C-DF05-AF0F0A1E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F2B4F-9971-7072-6463-17E2400C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B16-6D3C-43EC-8A1E-495AECA09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05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E269-D549-CD58-8407-9DEB3579B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2F9E3-202A-E1E3-4D28-1F371DE59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E0681-F28C-0956-EA01-3ED29AE04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3E0740-B9F0-4574-6023-2D66FE830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472952-9A04-35EF-BA43-2CEABAE0B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4A035A-129E-2D07-50DD-43C5B3F14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CBB31-7003-410B-ABF8-7BE1B151FAD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A584B-8174-8321-1C02-4E375D8C9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874603-E969-688E-D04E-EFDA4582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B16-6D3C-43EC-8A1E-495AECA09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54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3178-3BF8-BA35-2612-4A36D328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56665-E462-C43F-060D-DED8577B3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CBB31-7003-410B-ABF8-7BE1B151FAD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D6B88-6A05-BCFD-4C06-04630575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CE5A8-91FC-0E67-6AA4-6B1064E8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B16-6D3C-43EC-8A1E-495AECA09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034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21DF50-AC06-821F-9322-B4E9D7836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CBB31-7003-410B-ABF8-7BE1B151FAD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B60215-0062-CC3F-929B-6837219E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89CC1-50DC-B16D-B595-E8C4C862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B16-6D3C-43EC-8A1E-495AECA09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434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1F1F-53B7-B746-0169-1482A9FD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2A88D-5EF2-B0ED-73A1-D62BE58A0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69503-C7A1-46FE-D38A-9D7C7DBAB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AF33F-9D66-DBCD-4AA2-04E91AB5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CBB31-7003-410B-ABF8-7BE1B151FAD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577A3-A381-E5A7-8C7E-373847A3E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6884E-C27C-4583-D2B3-6E73C682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B16-6D3C-43EC-8A1E-495AECA09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348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8FE2-2E65-8781-344C-7B871FA4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1C0EE4-40EA-6FCA-BDF5-F1C886EC2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55A2D-F5EA-7948-2CB2-1C95F0E4A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DAD58-5268-2B07-1A8E-402C9E513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CBB31-7003-410B-ABF8-7BE1B151FAD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30C05-9790-D57D-0D32-E2A412725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44C46-F80A-E7DF-D2A1-EE9B09CB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B16-6D3C-43EC-8A1E-495AECA09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497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1CF8-FF9E-87A5-495D-4096FF8C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6EDD2-E971-4099-5D24-03556100F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ACC59-BC7A-F7A6-AEFE-65D6C64D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CBB31-7003-410B-ABF8-7BE1B151FAD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2AA61-2E6C-F4BD-FB0F-F15F8148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D512A-DA37-C5AF-10C8-66273D3F8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B16-6D3C-43EC-8A1E-495AECA09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115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01766D-1D3B-0A3A-E01C-7853F20CA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7EC18-9EB6-2559-32A7-4624AAF90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47C34-9883-3627-609F-818AA9C33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CBB31-7003-410B-ABF8-7BE1B151FAD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7F854-C277-7ABC-5BE5-F74DCD314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4BC24-51D0-FA6C-9939-FF7BC0602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27B16-6D3C-43EC-8A1E-495AECA09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53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EA3E8-269A-9827-CE29-03EA1F9D2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0EA91-AD78-39DB-E29A-07E99E732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FDD2B-3B61-397C-CFBC-2F2B51827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CBB31-7003-410B-ABF8-7BE1B151FAD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C8B0E-FA97-DEDC-6C4B-758B74D9D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C674A-1436-03C2-85F0-D52DB3245E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27B16-6D3C-43EC-8A1E-495AECA09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03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2E9A0C-70B4-4B8F-9BA5-8ECE05355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1" y="124806"/>
            <a:ext cx="10146891" cy="3167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E3AE1D-0B28-0D98-CE96-CB6390FF1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7805"/>
            <a:ext cx="12192000" cy="350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64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8DC233-6061-6888-02F8-3E5D40DC8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“Why are you interested in this role?”</a:t>
            </a:r>
            <a:br>
              <a:rPr lang="en-US"/>
            </a:b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A2CA7-F277-4F8E-AC6A-E62C6070E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 recently participated in the British Airways job simulation on the Forage</a:t>
            </a:r>
          </a:p>
          <a:p>
            <a:r>
              <a:rPr lang="en-US" dirty="0"/>
              <a:t>platform, and it was incredibly useful to understand what it might be like to</a:t>
            </a:r>
          </a:p>
          <a:p>
            <a:r>
              <a:rPr lang="en-US" dirty="0"/>
              <a:t>participate on a Data Science team at British Airways.</a:t>
            </a:r>
          </a:p>
          <a:p>
            <a:r>
              <a:rPr lang="en-US" dirty="0"/>
              <a:t>I worked on a project where I </a:t>
            </a:r>
            <a:r>
              <a:rPr lang="en-US" dirty="0" err="1"/>
              <a:t>analysed</a:t>
            </a:r>
            <a:r>
              <a:rPr lang="en-US" dirty="0"/>
              <a:t> customer insights and built a predictive</a:t>
            </a:r>
          </a:p>
          <a:p>
            <a:r>
              <a:rPr lang="en-US" dirty="0"/>
              <a:t>model to understand factors that influence buying </a:t>
            </a:r>
            <a:r>
              <a:rPr lang="en-US" dirty="0" err="1"/>
              <a:t>behaviour</a:t>
            </a:r>
            <a:r>
              <a:rPr lang="en-US" dirty="0"/>
              <a:t>. I </a:t>
            </a:r>
            <a:r>
              <a:rPr lang="en-US" dirty="0" err="1"/>
              <a:t>practised</a:t>
            </a:r>
            <a:r>
              <a:rPr lang="en-US" dirty="0"/>
              <a:t> my data</a:t>
            </a:r>
          </a:p>
          <a:p>
            <a:r>
              <a:rPr lang="en-US" dirty="0"/>
              <a:t>analytics skills using a </a:t>
            </a:r>
            <a:r>
              <a:rPr lang="en-US" dirty="0" err="1"/>
              <a:t>Jupyter</a:t>
            </a:r>
            <a:r>
              <a:rPr lang="en-US" dirty="0"/>
              <a:t> Notebook and built my PowerPoint and</a:t>
            </a:r>
          </a:p>
          <a:p>
            <a:r>
              <a:rPr lang="en-US" dirty="0"/>
              <a:t>communication skills by presenting insights in a real-world context.</a:t>
            </a:r>
          </a:p>
          <a:p>
            <a:r>
              <a:rPr lang="en-US" dirty="0"/>
              <a:t>Doing this </a:t>
            </a:r>
            <a:r>
              <a:rPr lang="en-US" dirty="0" err="1"/>
              <a:t>programme</a:t>
            </a:r>
            <a:r>
              <a:rPr lang="en-US" dirty="0"/>
              <a:t> confirmed that I really enjoy working with data to provide</a:t>
            </a:r>
          </a:p>
          <a:p>
            <a:r>
              <a:rPr lang="en-US" dirty="0"/>
              <a:t>business insights, and I'm excited to apply these skills to a Data Science team</a:t>
            </a:r>
          </a:p>
          <a:p>
            <a:r>
              <a:rPr lang="en-US" dirty="0"/>
              <a:t>at a company like British Airways.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0618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130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“Why are you interested in this role?”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Deekshitha Ym</dc:creator>
  <cp:lastModifiedBy>Deekshitha Ym</cp:lastModifiedBy>
  <cp:revision>2</cp:revision>
  <dcterms:created xsi:type="dcterms:W3CDTF">2025-05-04T15:49:40Z</dcterms:created>
  <dcterms:modified xsi:type="dcterms:W3CDTF">2025-05-05T07:11:47Z</dcterms:modified>
</cp:coreProperties>
</file>